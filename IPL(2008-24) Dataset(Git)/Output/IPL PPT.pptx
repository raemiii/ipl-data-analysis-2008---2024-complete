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eue Montreal Bold" charset="1" panose="00000400000000000000"/>
      <p:regular r:id="rId11"/>
    </p:embeddedFont>
    <p:embeddedFont>
      <p:font typeface="Neue Montreal" charset="1" panose="00000400000000000000"/>
      <p:regular r:id="rId12"/>
    </p:embeddedFont>
    <p:embeddedFont>
      <p:font typeface="Montserrat Medium" charset="1" panose="000006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611"/>
            <a:ext cx="18907420" cy="12597069"/>
          </a:xfrm>
          <a:custGeom>
            <a:avLst/>
            <a:gdLst/>
            <a:ahLst/>
            <a:cxnLst/>
            <a:rect r="r" b="b" t="t" l="l"/>
            <a:pathLst>
              <a:path h="12597069" w="18907420">
                <a:moveTo>
                  <a:pt x="0" y="0"/>
                </a:moveTo>
                <a:lnTo>
                  <a:pt x="18907420" y="0"/>
                </a:lnTo>
                <a:lnTo>
                  <a:pt x="18907420" y="12597069"/>
                </a:lnTo>
                <a:lnTo>
                  <a:pt x="0" y="12597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1552" y="6679703"/>
            <a:ext cx="5018786" cy="1119808"/>
            <a:chOff x="0" y="0"/>
            <a:chExt cx="1768426" cy="3945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8426" cy="394577"/>
            </a:xfrm>
            <a:custGeom>
              <a:avLst/>
              <a:gdLst/>
              <a:ahLst/>
              <a:cxnLst/>
              <a:rect r="r" b="b" t="t" l="l"/>
              <a:pathLst>
                <a:path h="394577" w="1768426">
                  <a:moveTo>
                    <a:pt x="29309" y="0"/>
                  </a:moveTo>
                  <a:lnTo>
                    <a:pt x="1739117" y="0"/>
                  </a:lnTo>
                  <a:cubicBezTo>
                    <a:pt x="1746890" y="0"/>
                    <a:pt x="1754345" y="3088"/>
                    <a:pt x="1759842" y="8584"/>
                  </a:cubicBezTo>
                  <a:cubicBezTo>
                    <a:pt x="1765338" y="14081"/>
                    <a:pt x="1768426" y="21536"/>
                    <a:pt x="1768426" y="29309"/>
                  </a:cubicBezTo>
                  <a:lnTo>
                    <a:pt x="1768426" y="365268"/>
                  </a:lnTo>
                  <a:cubicBezTo>
                    <a:pt x="1768426" y="373041"/>
                    <a:pt x="1765338" y="380496"/>
                    <a:pt x="1759842" y="385993"/>
                  </a:cubicBezTo>
                  <a:cubicBezTo>
                    <a:pt x="1754345" y="391489"/>
                    <a:pt x="1746890" y="394577"/>
                    <a:pt x="1739117" y="394577"/>
                  </a:cubicBezTo>
                  <a:lnTo>
                    <a:pt x="29309" y="394577"/>
                  </a:lnTo>
                  <a:cubicBezTo>
                    <a:pt x="21536" y="394577"/>
                    <a:pt x="14081" y="391489"/>
                    <a:pt x="8584" y="385993"/>
                  </a:cubicBezTo>
                  <a:cubicBezTo>
                    <a:pt x="3088" y="380496"/>
                    <a:pt x="0" y="373041"/>
                    <a:pt x="0" y="365268"/>
                  </a:cubicBezTo>
                  <a:lnTo>
                    <a:pt x="0" y="29309"/>
                  </a:lnTo>
                  <a:cubicBezTo>
                    <a:pt x="0" y="21536"/>
                    <a:pt x="3088" y="14081"/>
                    <a:pt x="8584" y="8584"/>
                  </a:cubicBezTo>
                  <a:cubicBezTo>
                    <a:pt x="14081" y="3088"/>
                    <a:pt x="21536" y="0"/>
                    <a:pt x="2930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DFDDD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68426" cy="432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8943" y="584869"/>
            <a:ext cx="5423305" cy="3758034"/>
          </a:xfrm>
          <a:custGeom>
            <a:avLst/>
            <a:gdLst/>
            <a:ahLst/>
            <a:cxnLst/>
            <a:rect r="r" b="b" t="t" l="l"/>
            <a:pathLst>
              <a:path h="3758034" w="5423305">
                <a:moveTo>
                  <a:pt x="0" y="0"/>
                </a:moveTo>
                <a:lnTo>
                  <a:pt x="5423305" y="0"/>
                </a:lnTo>
                <a:lnTo>
                  <a:pt x="5423305" y="3758034"/>
                </a:lnTo>
                <a:lnTo>
                  <a:pt x="0" y="3758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00" t="-27240" r="-29662" b="-1021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2589" y="5479143"/>
            <a:ext cx="1125743" cy="1603058"/>
          </a:xfrm>
          <a:custGeom>
            <a:avLst/>
            <a:gdLst/>
            <a:ahLst/>
            <a:cxnLst/>
            <a:rect r="r" b="b" t="t" l="l"/>
            <a:pathLst>
              <a:path h="1603058" w="1125743">
                <a:moveTo>
                  <a:pt x="0" y="0"/>
                </a:moveTo>
                <a:lnTo>
                  <a:pt x="1125743" y="0"/>
                </a:lnTo>
                <a:lnTo>
                  <a:pt x="1125743" y="1603058"/>
                </a:lnTo>
                <a:lnTo>
                  <a:pt x="0" y="16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86478" y="8041200"/>
            <a:ext cx="2801446" cy="1764911"/>
          </a:xfrm>
          <a:custGeom>
            <a:avLst/>
            <a:gdLst/>
            <a:ahLst/>
            <a:cxnLst/>
            <a:rect r="r" b="b" t="t" l="l"/>
            <a:pathLst>
              <a:path h="1764911" w="2801446">
                <a:moveTo>
                  <a:pt x="0" y="0"/>
                </a:moveTo>
                <a:lnTo>
                  <a:pt x="2801446" y="0"/>
                </a:lnTo>
                <a:lnTo>
                  <a:pt x="2801446" y="1764911"/>
                </a:lnTo>
                <a:lnTo>
                  <a:pt x="0" y="1764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00269" y="5397760"/>
            <a:ext cx="1684441" cy="1684441"/>
          </a:xfrm>
          <a:custGeom>
            <a:avLst/>
            <a:gdLst/>
            <a:ahLst/>
            <a:cxnLst/>
            <a:rect r="r" b="b" t="t" l="l"/>
            <a:pathLst>
              <a:path h="1684441" w="1684441">
                <a:moveTo>
                  <a:pt x="0" y="0"/>
                </a:moveTo>
                <a:lnTo>
                  <a:pt x="1684441" y="0"/>
                </a:lnTo>
                <a:lnTo>
                  <a:pt x="1684441" y="1684441"/>
                </a:lnTo>
                <a:lnTo>
                  <a:pt x="0" y="16844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77932" y="5935389"/>
            <a:ext cx="1503159" cy="2318976"/>
          </a:xfrm>
          <a:custGeom>
            <a:avLst/>
            <a:gdLst/>
            <a:ahLst/>
            <a:cxnLst/>
            <a:rect r="r" b="b" t="t" l="l"/>
            <a:pathLst>
              <a:path h="2318976" w="1503159">
                <a:moveTo>
                  <a:pt x="0" y="0"/>
                </a:moveTo>
                <a:lnTo>
                  <a:pt x="1503159" y="0"/>
                </a:lnTo>
                <a:lnTo>
                  <a:pt x="1503159" y="2318976"/>
                </a:lnTo>
                <a:lnTo>
                  <a:pt x="0" y="23189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00269" y="1269102"/>
            <a:ext cx="2337779" cy="1366528"/>
          </a:xfrm>
          <a:custGeom>
            <a:avLst/>
            <a:gdLst/>
            <a:ahLst/>
            <a:cxnLst/>
            <a:rect r="r" b="b" t="t" l="l"/>
            <a:pathLst>
              <a:path h="1366528" w="2337779">
                <a:moveTo>
                  <a:pt x="0" y="0"/>
                </a:moveTo>
                <a:lnTo>
                  <a:pt x="2337778" y="0"/>
                </a:lnTo>
                <a:lnTo>
                  <a:pt x="2337778" y="1366527"/>
                </a:lnTo>
                <a:lnTo>
                  <a:pt x="0" y="13665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86167" y="7660607"/>
            <a:ext cx="2644329" cy="2182903"/>
          </a:xfrm>
          <a:custGeom>
            <a:avLst/>
            <a:gdLst/>
            <a:ahLst/>
            <a:cxnLst/>
            <a:rect r="r" b="b" t="t" l="l"/>
            <a:pathLst>
              <a:path h="2182903" w="2644329">
                <a:moveTo>
                  <a:pt x="0" y="0"/>
                </a:moveTo>
                <a:lnTo>
                  <a:pt x="2644330" y="0"/>
                </a:lnTo>
                <a:lnTo>
                  <a:pt x="2644330" y="2182903"/>
                </a:lnTo>
                <a:lnTo>
                  <a:pt x="0" y="21829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00269" y="3242711"/>
            <a:ext cx="2292379" cy="1725922"/>
          </a:xfrm>
          <a:custGeom>
            <a:avLst/>
            <a:gdLst/>
            <a:ahLst/>
            <a:cxnLst/>
            <a:rect r="r" b="b" t="t" l="l"/>
            <a:pathLst>
              <a:path h="1725922" w="2292379">
                <a:moveTo>
                  <a:pt x="0" y="0"/>
                </a:moveTo>
                <a:lnTo>
                  <a:pt x="2292378" y="0"/>
                </a:lnTo>
                <a:lnTo>
                  <a:pt x="2292378" y="1725922"/>
                </a:lnTo>
                <a:lnTo>
                  <a:pt x="0" y="17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31409" y="3242711"/>
            <a:ext cx="2249876" cy="1656471"/>
          </a:xfrm>
          <a:custGeom>
            <a:avLst/>
            <a:gdLst/>
            <a:ahLst/>
            <a:cxnLst/>
            <a:rect r="r" b="b" t="t" l="l"/>
            <a:pathLst>
              <a:path h="1656471" w="2249876">
                <a:moveTo>
                  <a:pt x="0" y="0"/>
                </a:moveTo>
                <a:lnTo>
                  <a:pt x="2249876" y="0"/>
                </a:lnTo>
                <a:lnTo>
                  <a:pt x="2249876" y="1656471"/>
                </a:lnTo>
                <a:lnTo>
                  <a:pt x="0" y="1656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06844" y="5438189"/>
            <a:ext cx="1249250" cy="1603582"/>
          </a:xfrm>
          <a:custGeom>
            <a:avLst/>
            <a:gdLst/>
            <a:ahLst/>
            <a:cxnLst/>
            <a:rect r="r" b="b" t="t" l="l"/>
            <a:pathLst>
              <a:path h="1603582" w="1249250">
                <a:moveTo>
                  <a:pt x="0" y="0"/>
                </a:moveTo>
                <a:lnTo>
                  <a:pt x="1249249" y="0"/>
                </a:lnTo>
                <a:lnTo>
                  <a:pt x="1249249" y="1603582"/>
                </a:lnTo>
                <a:lnTo>
                  <a:pt x="0" y="16035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30847" y="2773831"/>
            <a:ext cx="2292874" cy="2292874"/>
          </a:xfrm>
          <a:custGeom>
            <a:avLst/>
            <a:gdLst/>
            <a:ahLst/>
            <a:cxnLst/>
            <a:rect r="r" b="b" t="t" l="l"/>
            <a:pathLst>
              <a:path h="2292874" w="2292874">
                <a:moveTo>
                  <a:pt x="0" y="0"/>
                </a:moveTo>
                <a:lnTo>
                  <a:pt x="2292874" y="0"/>
                </a:lnTo>
                <a:lnTo>
                  <a:pt x="2292874" y="2292874"/>
                </a:lnTo>
                <a:lnTo>
                  <a:pt x="0" y="22928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86066" y="1343761"/>
            <a:ext cx="1719626" cy="1291869"/>
          </a:xfrm>
          <a:custGeom>
            <a:avLst/>
            <a:gdLst/>
            <a:ahLst/>
            <a:cxnLst/>
            <a:rect r="r" b="b" t="t" l="l"/>
            <a:pathLst>
              <a:path h="1291869" w="1719626">
                <a:moveTo>
                  <a:pt x="0" y="0"/>
                </a:moveTo>
                <a:lnTo>
                  <a:pt x="1719626" y="0"/>
                </a:lnTo>
                <a:lnTo>
                  <a:pt x="1719626" y="1291868"/>
                </a:lnTo>
                <a:lnTo>
                  <a:pt x="0" y="12918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60330" y="3133267"/>
            <a:ext cx="1635203" cy="1809711"/>
          </a:xfrm>
          <a:custGeom>
            <a:avLst/>
            <a:gdLst/>
            <a:ahLst/>
            <a:cxnLst/>
            <a:rect r="r" b="b" t="t" l="l"/>
            <a:pathLst>
              <a:path h="1809711" w="1635203">
                <a:moveTo>
                  <a:pt x="0" y="0"/>
                </a:moveTo>
                <a:lnTo>
                  <a:pt x="1635203" y="0"/>
                </a:lnTo>
                <a:lnTo>
                  <a:pt x="1635203" y="1809711"/>
                </a:lnTo>
                <a:lnTo>
                  <a:pt x="0" y="180971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78445" y="1130900"/>
            <a:ext cx="1259774" cy="1642931"/>
          </a:xfrm>
          <a:custGeom>
            <a:avLst/>
            <a:gdLst/>
            <a:ahLst/>
            <a:cxnLst/>
            <a:rect r="r" b="b" t="t" l="l"/>
            <a:pathLst>
              <a:path h="1642931" w="1259774">
                <a:moveTo>
                  <a:pt x="0" y="0"/>
                </a:moveTo>
                <a:lnTo>
                  <a:pt x="1259774" y="0"/>
                </a:lnTo>
                <a:lnTo>
                  <a:pt x="1259774" y="1642931"/>
                </a:lnTo>
                <a:lnTo>
                  <a:pt x="0" y="164293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248110" y="1405551"/>
            <a:ext cx="2929822" cy="1230078"/>
          </a:xfrm>
          <a:custGeom>
            <a:avLst/>
            <a:gdLst/>
            <a:ahLst/>
            <a:cxnLst/>
            <a:rect r="r" b="b" t="t" l="l"/>
            <a:pathLst>
              <a:path h="1230078" w="2929822">
                <a:moveTo>
                  <a:pt x="0" y="0"/>
                </a:moveTo>
                <a:lnTo>
                  <a:pt x="2929822" y="0"/>
                </a:lnTo>
                <a:lnTo>
                  <a:pt x="2929822" y="1230078"/>
                </a:lnTo>
                <a:lnTo>
                  <a:pt x="0" y="123007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854577" y="1028700"/>
            <a:ext cx="2753784" cy="1606929"/>
          </a:xfrm>
          <a:custGeom>
            <a:avLst/>
            <a:gdLst/>
            <a:ahLst/>
            <a:cxnLst/>
            <a:rect r="r" b="b" t="t" l="l"/>
            <a:pathLst>
              <a:path h="1606929" w="2753784">
                <a:moveTo>
                  <a:pt x="0" y="0"/>
                </a:moveTo>
                <a:lnTo>
                  <a:pt x="2753783" y="0"/>
                </a:lnTo>
                <a:lnTo>
                  <a:pt x="2753783" y="1606929"/>
                </a:lnTo>
                <a:lnTo>
                  <a:pt x="0" y="160692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56774" y="3644403"/>
            <a:ext cx="612115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DFDDD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Ball-by-Ball </a:t>
            </a:r>
          </a:p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DFDDD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Data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1552" y="8048943"/>
            <a:ext cx="132838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DFDDDF"/>
                </a:solidFill>
                <a:latin typeface="Neue Montreal"/>
                <a:ea typeface="Neue Montreal"/>
                <a:cs typeface="Neue Montreal"/>
                <a:sym typeface="Neue Montreal"/>
              </a:rPr>
              <a:t>Analysis by: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1552" y="8885555"/>
            <a:ext cx="67508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DFDDDF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1552" y="8383588"/>
            <a:ext cx="231981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DFDDD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Abhishek Kr Singh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1552" y="9220200"/>
            <a:ext cx="481357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DFDDD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aks.abhishekkrsingh2310@gmail.com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3909" y="6704307"/>
            <a:ext cx="3703305" cy="95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3"/>
              </a:lnSpc>
            </a:pPr>
            <a:r>
              <a:rPr lang="en-US" b="true" sz="5531">
                <a:solidFill>
                  <a:srgbClr val="A162C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2008-2024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1552" y="5259278"/>
            <a:ext cx="6294106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b="true">
                <a:solidFill>
                  <a:srgbClr val="DFDDD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 end-to-end analytical dashboard covering teams, players, venues, and match trends across all IPL seasons.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8701"/>
            <a:ext cx="18515904" cy="10473313"/>
          </a:xfrm>
          <a:custGeom>
            <a:avLst/>
            <a:gdLst/>
            <a:ahLst/>
            <a:cxnLst/>
            <a:rect r="r" b="b" t="t" l="l"/>
            <a:pathLst>
              <a:path h="10473313" w="18515904">
                <a:moveTo>
                  <a:pt x="0" y="0"/>
                </a:moveTo>
                <a:lnTo>
                  <a:pt x="18515904" y="0"/>
                </a:lnTo>
                <a:lnTo>
                  <a:pt x="18515904" y="10473313"/>
                </a:lnTo>
                <a:lnTo>
                  <a:pt x="0" y="1047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5518"/>
            <a:ext cx="18288000" cy="10195965"/>
          </a:xfrm>
          <a:custGeom>
            <a:avLst/>
            <a:gdLst/>
            <a:ahLst/>
            <a:cxnLst/>
            <a:rect r="r" b="b" t="t" l="l"/>
            <a:pathLst>
              <a:path h="10195965" w="18288000">
                <a:moveTo>
                  <a:pt x="0" y="0"/>
                </a:moveTo>
                <a:lnTo>
                  <a:pt x="18288000" y="0"/>
                </a:lnTo>
                <a:lnTo>
                  <a:pt x="18288000" y="10195964"/>
                </a:lnTo>
                <a:lnTo>
                  <a:pt x="0" y="10195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94" y="0"/>
            <a:ext cx="18327788" cy="10287000"/>
          </a:xfrm>
          <a:custGeom>
            <a:avLst/>
            <a:gdLst/>
            <a:ahLst/>
            <a:cxnLst/>
            <a:rect r="r" b="b" t="t" l="l"/>
            <a:pathLst>
              <a:path h="10287000" w="18327788">
                <a:moveTo>
                  <a:pt x="0" y="0"/>
                </a:moveTo>
                <a:lnTo>
                  <a:pt x="18327788" y="0"/>
                </a:lnTo>
                <a:lnTo>
                  <a:pt x="183277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693" y="-140435"/>
            <a:ext cx="18661015" cy="10621159"/>
          </a:xfrm>
          <a:custGeom>
            <a:avLst/>
            <a:gdLst/>
            <a:ahLst/>
            <a:cxnLst/>
            <a:rect r="r" b="b" t="t" l="l"/>
            <a:pathLst>
              <a:path h="10621159" w="18661015">
                <a:moveTo>
                  <a:pt x="0" y="0"/>
                </a:moveTo>
                <a:lnTo>
                  <a:pt x="18661015" y="0"/>
                </a:lnTo>
                <a:lnTo>
                  <a:pt x="18661015" y="10621159"/>
                </a:lnTo>
                <a:lnTo>
                  <a:pt x="0" y="10621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DAG8T6grUFM</dc:identifier>
  <dcterms:modified xsi:type="dcterms:W3CDTF">2011-08-01T06:04:30Z</dcterms:modified>
  <cp:revision>1</cp:revision>
  <dc:title>Black and Purple Modern Business Digital Marketing Workshop Presentation</dc:title>
</cp:coreProperties>
</file>